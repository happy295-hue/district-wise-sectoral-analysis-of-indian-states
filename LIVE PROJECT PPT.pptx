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AE48A-1E38-4708-B661-0CFC6D81746D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A9AF4-6265-472C-A7B0-09EBE2458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856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A9AF4-6265-472C-A7B0-09EBE24587A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306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5992-809E-84D0-1A71-3BD970226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2DD0A-58F9-A68A-79C8-DD12DA32F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1F7AC-A279-26DF-2111-47C1DAE33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3512-EE35-FE7F-5B55-7FF4549EF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A9AF4-6265-472C-A7B0-09EBE24587A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835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C546-22AC-6C31-FD59-C9D26DB1E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7EDEA8-C07C-8D0D-D225-5766636C7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5A902-FA09-1E68-2D52-10A0337F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55A98-3890-460C-87DF-4D9F74B7C400}" type="datetime1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96141-C956-FA26-C590-4AA95B64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Based Learning: PGDM (2024 – 26)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4B3A7-A800-81EE-9814-8A6E8DBDE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595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85663-F7AA-6366-853F-8A9BC5BBA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88F05-E3C9-D73C-8ABC-0DD72E129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12479-7E87-91AD-D739-27A2543A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EB519-143B-4889-AF61-B53E74548A7F}" type="datetime1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B3F3B-E9B2-7470-80FC-407E1AE2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A9D5B-812E-D0B9-710D-68B4990DA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74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97A6E-EAF3-83C0-5FA3-7B631FD45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F5483-383E-95B2-CA6B-7FB78DABA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49F4F-4943-B3E5-E5A7-C4165D10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F380E-AB5D-4CD8-AD24-5C8B6214CAD1}" type="datetime1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6ECEA-261E-BEB5-A63D-0C55D694A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1CA4A-DC37-46C6-D0C9-463F0F68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816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4AD7-224F-A90B-FD35-96F9FDF3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B62C3-133D-6035-5EB8-1A446152C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0C56A-DAF2-F885-B4E7-A77A7A2C0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4DD28-8F6A-86B4-3FA3-C65A63C4F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00F5-BFD2-4A94-A637-7152AEA12F1D}" type="datetime1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46616-D258-F308-1EE4-CF1E6A50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7DF51-CC83-C382-3444-C45D591E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59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3814A-1EA8-9436-20AC-EC4FC1A18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DEC9F-8C42-9016-AC02-8CB7EE01C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C0542-401B-62FF-5985-B796E833E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A933F-9770-C271-75C5-A8C55540E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78D99E-60FC-4970-C318-4C892449A7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BC0F48-60BC-4394-BC14-7007F3652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AA9F0-3885-41B8-ADBF-91900C4D391B}" type="datetime1">
              <a:rPr lang="en-IN" smtClean="0"/>
              <a:t>23-10-2024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05421-5876-FB4C-CC80-CBC393432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29193-C752-19DE-CCA4-A4D243ED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36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A667-08E7-DD44-E2FB-C34512C15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620876-6212-F52D-2A77-73A6F3A29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44045-6E7A-43BB-95A0-E1AFF72BA3C0}" type="datetime1">
              <a:rPr lang="en-IN" smtClean="0"/>
              <a:t>23-10-2024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FC804-582C-0CC1-DDB3-D93D3284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ACE80-5B8C-3EAB-192D-B0EA39659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26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42DD5C-208E-6601-7848-8168DFAF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674E-668A-4E42-AD7E-488022CD0699}" type="datetime1">
              <a:rPr lang="en-IN" smtClean="0"/>
              <a:t>23-10-2024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0AB7DB-189C-376B-C368-E185FBC0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54CB3-7D08-5FAB-D3C6-6041071F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341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0A406-EECC-F0F5-50B2-47D6F257E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0028C-0794-210D-DB49-15819156B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546F1-FDDE-3FB3-157D-5D5F62E56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5408-B461-DC12-2BBA-73108E53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D9A3-3ED4-4D48-9C0D-592FAFDAF39B}" type="datetime1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169BE-9690-F41C-45C8-060D643B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A8140-5FDC-6692-43F3-20EAD011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30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21FF-0636-D51D-6835-11690540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6196D-4D13-947B-507E-63E7239DC5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E299F-C403-CD22-78A1-292ADC69F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33C5F-1B4F-6BF2-6571-832541809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30E22-37C9-478F-A62A-6759AAC8E5ED}" type="datetime1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AFC39-B9BB-1AA7-7DFB-B1EDFD56E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0E2D0-2622-6321-A972-809A6C54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368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7D9FC-22C1-4121-EA8F-5817C26F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C9195-AC25-52CC-3D13-6F60FF565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DEAFF-C1D7-F633-3639-10B23849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481BD-8567-404C-9034-DF3D8F373CF5}" type="datetime1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A4CE9-60D3-9771-213D-F67D9A8E2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B0C7A-A564-15B0-6E79-7C4CB274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361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0D406C-F62E-D946-86F4-734E3BEEB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8E2CE-9FEF-CD91-3BA2-88E0A3B1B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245D3-544B-3046-1DEA-976190FFF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42CE-B736-4FCF-BE3A-9A3BE7593DF1}" type="datetime1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C5F11-71BB-26A3-31A6-A353FD079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5F272-238F-3B05-6FE2-5013D807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07831-3D9B-B292-341B-5CCEEB03B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3C10F-D81B-52AB-8837-2E09E56E7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880FA-9388-B77A-CAA3-D022BEDE5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E9DE6-52D8-464A-B6C5-9CF592E429A9}" type="datetime1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1F2BE-386F-319A-7ADF-2707D5E18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Project Based Learning: PGDM (2024 – 26)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0FDAA-EFA2-512A-2121-78129B522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CD50A-4093-4C68-86A8-02B25CDA92C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close-up of a logo&#10;&#10;Description automatically generated">
            <a:extLst>
              <a:ext uri="{FF2B5EF4-FFF2-40B4-BE49-F238E27FC236}">
                <a16:creationId xmlns:a16="http://schemas.microsoft.com/office/drawing/2014/main" id="{D62965D9-2F2B-9793-71D3-A0AA0E3333B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323" y="7221"/>
            <a:ext cx="2503054" cy="79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6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India_administrative_map_1960_PL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ookerstudio.google.com/reporting/51736145-1f22-4270-a5be-73a392515cde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33D93-31B5-A391-CE52-7A86C79BF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233" y="405606"/>
            <a:ext cx="6752734" cy="238760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Sitka Small Semibold" pitchFamily="2" charset="0"/>
              </a:rPr>
              <a:t>District-Wise Sectorial Analysis of Indian States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BB48A-BEE5-05D5-863E-9B356C07A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584" y="3429000"/>
            <a:ext cx="7836031" cy="1614340"/>
          </a:xfrm>
        </p:spPr>
        <p:txBody>
          <a:bodyPr>
            <a:normAutofit fontScale="85000" lnSpcReduction="10000"/>
          </a:bodyPr>
          <a:lstStyle/>
          <a:p>
            <a:r>
              <a:rPr lang="en-US" sz="1800" b="0" i="0" u="none" strike="noStrike" baseline="0" dirty="0">
                <a:solidFill>
                  <a:srgbClr val="333F70"/>
                </a:solidFill>
                <a:latin typeface="Sitka Small Semibold" pitchFamily="2" charset="0"/>
              </a:rPr>
              <a:t>This presentation delves into a comprehensive analysis of economic</a:t>
            </a:r>
          </a:p>
          <a:p>
            <a:r>
              <a:rPr lang="en-US" sz="1800" b="0" i="0" u="none" strike="noStrike" baseline="0" dirty="0">
                <a:solidFill>
                  <a:srgbClr val="333F70"/>
                </a:solidFill>
                <a:latin typeface="Sitka Small Semibold" pitchFamily="2" charset="0"/>
              </a:rPr>
              <a:t>contributions from three major sectors: Primary, Secondary, and Tertiary,</a:t>
            </a:r>
          </a:p>
          <a:p>
            <a:r>
              <a:rPr lang="en-US" sz="1800" b="0" i="0" u="none" strike="noStrike" baseline="0" dirty="0">
                <a:solidFill>
                  <a:srgbClr val="333F70"/>
                </a:solidFill>
                <a:latin typeface="Sitka Small Semibold" pitchFamily="2" charset="0"/>
              </a:rPr>
              <a:t>across various districts in India. It uses SQL to extract valuable insights</a:t>
            </a:r>
          </a:p>
          <a:p>
            <a:r>
              <a:rPr lang="en-US" sz="1800" b="0" i="0" u="none" strike="noStrike" baseline="0" dirty="0">
                <a:solidFill>
                  <a:srgbClr val="333F70"/>
                </a:solidFill>
                <a:latin typeface="Sitka Small Semibold" pitchFamily="2" charset="0"/>
              </a:rPr>
              <a:t>and visualize trends over several years.</a:t>
            </a:r>
            <a:endParaRPr lang="en-IN" dirty="0">
              <a:latin typeface="Sitka Small Semibold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DE443-0C82-C741-A209-ECAC5E93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0BCDA6-DD2C-9EFE-4414-A8B796637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53400" y="1294957"/>
            <a:ext cx="3700875" cy="44176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0B9A56-5E03-960C-3763-470B01B97325}"/>
              </a:ext>
            </a:extLst>
          </p:cNvPr>
          <p:cNvSpPr txBox="1"/>
          <p:nvPr/>
        </p:nvSpPr>
        <p:spPr>
          <a:xfrm>
            <a:off x="0" y="5527661"/>
            <a:ext cx="2343347" cy="1657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72 - Harshit Saraf</a:t>
            </a:r>
            <a:endParaRPr lang="en-US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74 - Jishnu Pramod</a:t>
            </a:r>
            <a:endParaRPr lang="en-US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78 - Kiran Gaikwad</a:t>
            </a:r>
            <a:endParaRPr lang="en-US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87 - </a:t>
            </a:r>
            <a:r>
              <a:rPr lang="en-US" sz="1800" u="none" strike="noStrike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Poorva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u="none" strike="noStrike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Palkar</a:t>
            </a:r>
            <a:endParaRPr lang="en-US" sz="1800" u="none" strike="noStrike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25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2487-8EE2-04A3-1D0B-C59C46078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964" y="378812"/>
            <a:ext cx="8484909" cy="1255508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 : SKILLMINE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E76AE-4EEC-A642-E9DC-C040C7FFA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03" y="1837649"/>
            <a:ext cx="5685148" cy="4351338"/>
          </a:xfrm>
        </p:spPr>
        <p:txBody>
          <a:bodyPr>
            <a:normAutofit fontScale="55000" lnSpcReduction="20000"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Skillmine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 Consulting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leading IT services and consulting company, established in 2011 with headquarters in Mumbai, India.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offers a range of technology solutions, including cloud transformation, data science and analytics, cybersecurity, and IT infrastructure services.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over 1,000 employees,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Skillmine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strong presence in India, the Middle East, the UK, and the America.</a:t>
            </a: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Skillmine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known for its comprehensive services like SAP managed services, security operations, and robotic process automation (RPA), helping businesses optimize operations and enhance productivity.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also focuses on delivering scalable, innovative solutions in fields such as AI, machine learning, and data management, aligning with global market demands.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3FE85-01A9-EFCF-F254-F44DFCF22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DF3FED-5269-16B9-9868-9853967DC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140" y="1837649"/>
            <a:ext cx="4581427" cy="3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6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9D11D-07DE-4358-E02A-8127888AF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7DF4E-2B8E-D228-EF84-143445EA4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540" y="386499"/>
            <a:ext cx="9031664" cy="1283788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ASSIGNED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00C41-A580-47C5-91B0-4EA67F997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03" y="1753581"/>
            <a:ext cx="1071906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1.Data Analysis :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333F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task involved a detailed examination of a dataset containing contributions from the three major economic sectors across Indian districts.</a:t>
            </a:r>
          </a:p>
          <a:p>
            <a:pPr marL="0" indent="0" algn="l">
              <a:buNone/>
            </a:pPr>
            <a:r>
              <a:rPr lang="en-IN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Consisting of 2250 rows and 12 columns.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SQL Query :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333F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SQL, data was extracted, filtered, and aggregated to identify patterns and trends in economic performance across different sectors and districts.</a:t>
            </a:r>
          </a:p>
          <a:p>
            <a:pPr marL="0" indent="0" algn="l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: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333F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or Tableau were utilized to visualize the data insights and effectively communicate the trends and economic patterns observed during the analysis.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75F5B-71B2-E1F9-4E4A-B5C4D1FA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64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C4F3AB-2EFC-0993-AD01-1AA4966CE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2D55AC-AF61-2C73-476D-B7958F8D3787}"/>
              </a:ext>
            </a:extLst>
          </p:cNvPr>
          <p:cNvSpPr txBox="1"/>
          <p:nvPr/>
        </p:nvSpPr>
        <p:spPr>
          <a:xfrm>
            <a:off x="4194926" y="468866"/>
            <a:ext cx="43174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660BF-82BE-3DD8-F129-A05756F147DE}"/>
              </a:ext>
            </a:extLst>
          </p:cNvPr>
          <p:cNvSpPr txBox="1"/>
          <p:nvPr/>
        </p:nvSpPr>
        <p:spPr>
          <a:xfrm>
            <a:off x="904973" y="1672661"/>
            <a:ext cx="102846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JOIN OPERATION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query to join district data with state codes and names to display state-wise analysis.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GROWTH CALCULATION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 the year-on-year growth of the secondary sector for a specific district.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TREND ANALYSIS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the district with the highest growth rate in the tertiary sector over a five-year period. 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RANKING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Rank districts within a state based on their total constant prices for a given year.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SUB QUERY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subquery to find the state that contributed the most in the tertiary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sector at current prices for a given year.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959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AD7D65-EDA0-1D06-D5C0-919F7CFF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B1F4A8-28AB-34BC-B7C8-6222D8467384}"/>
              </a:ext>
            </a:extLst>
          </p:cNvPr>
          <p:cNvSpPr txBox="1"/>
          <p:nvPr/>
        </p:nvSpPr>
        <p:spPr>
          <a:xfrm>
            <a:off x="886119" y="1621409"/>
            <a:ext cx="102657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JOIN AND AGGREGATE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 state and district data and calculate the total economic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contribution for a particular state across all its districts for a given year.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WINDOW FUNCTIONS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a window function to calculate the cumulative total of the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 sector at constant prices for a district over the years.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MAX-MIN ANALYSIS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the district with the highest and lowest total current prices for a given year. </a:t>
            </a:r>
          </a:p>
          <a:p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other similar queries were also addressed.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483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C2644A-9A75-DA17-367B-FEEA210A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51C8C-2F54-60A3-30F3-F71D567E2022}"/>
              </a:ext>
            </a:extLst>
          </p:cNvPr>
          <p:cNvSpPr txBox="1"/>
          <p:nvPr/>
        </p:nvSpPr>
        <p:spPr>
          <a:xfrm>
            <a:off x="4162719" y="505900"/>
            <a:ext cx="399068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C8C57-8CA1-59A6-344F-EE39A0892439}"/>
              </a:ext>
            </a:extLst>
          </p:cNvPr>
          <p:cNvSpPr txBox="1"/>
          <p:nvPr/>
        </p:nvSpPr>
        <p:spPr>
          <a:xfrm>
            <a:off x="1019666" y="1737904"/>
            <a:ext cx="101526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Queries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queries involving multiple conditions may require optimization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2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Customization on Looker Studio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 options are somewhat limited compared to other advanced DV tools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Lack of Advanced Analytics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advanced analytics features like predictive modeling, machine learning integration, and deeper statistical functions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Dependency on Google Ecosystem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supports third-party connectors but those integrations can sometimes be more cumbersome.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Limited Data Transformation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Lacks powerful data transformation capabilities. </a:t>
            </a:r>
          </a:p>
        </p:txBody>
      </p:sp>
    </p:spTree>
    <p:extLst>
      <p:ext uri="{BB962C8B-B14F-4D97-AF65-F5344CB8AC3E}">
        <p14:creationId xmlns:p14="http://schemas.microsoft.com/office/powerpoint/2010/main" val="578590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D23851-EBF5-36DC-E18A-D4C752B9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Based Learning: PGDM (2024 – 26)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D66E9F-386E-BDD9-0D85-1F80FF694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7" t="32715" r="39227" b="8728"/>
          <a:stretch/>
        </p:blipFill>
        <p:spPr>
          <a:xfrm>
            <a:off x="900261" y="1320145"/>
            <a:ext cx="6622328" cy="48977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41A6AE-29D9-BE93-0864-E5878825BB85}"/>
              </a:ext>
            </a:extLst>
          </p:cNvPr>
          <p:cNvSpPr txBox="1"/>
          <p:nvPr/>
        </p:nvSpPr>
        <p:spPr>
          <a:xfrm>
            <a:off x="1923069" y="255370"/>
            <a:ext cx="89554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 OF DASHBOARD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27D86-A8D7-225E-B9EB-DFC5DE9EB9C0}"/>
              </a:ext>
            </a:extLst>
          </p:cNvPr>
          <p:cNvSpPr txBox="1"/>
          <p:nvPr/>
        </p:nvSpPr>
        <p:spPr>
          <a:xfrm>
            <a:off x="7953866" y="2845697"/>
            <a:ext cx="3422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https://lookerstudio.google.com/reporting/51736145-1f22-4270-a5be-73a392515cde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687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653</Words>
  <Application>Microsoft Office PowerPoint</Application>
  <PresentationFormat>Widescreen</PresentationFormat>
  <Paragraphs>77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Sitka Small Semibold</vt:lpstr>
      <vt:lpstr>Times New Roman</vt:lpstr>
      <vt:lpstr>Office Theme</vt:lpstr>
      <vt:lpstr>District-Wise Sectorial Analysis of Indian States </vt:lpstr>
      <vt:lpstr>Company Overview : SKILLMINE</vt:lpstr>
      <vt:lpstr>TASKS ASSIGNED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VESIM</dc:creator>
  <cp:lastModifiedBy>poorvapalkar811@gmail.com</cp:lastModifiedBy>
  <cp:revision>7</cp:revision>
  <dcterms:created xsi:type="dcterms:W3CDTF">2024-10-18T06:31:59Z</dcterms:created>
  <dcterms:modified xsi:type="dcterms:W3CDTF">2024-10-23T17:37:31Z</dcterms:modified>
</cp:coreProperties>
</file>